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17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CD433"/>
    <a:srgbClr val="2D7E9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266" y="5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Oval 8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1" y="2222623"/>
            <a:ext cx="5917679" cy="2554983"/>
          </a:xfrm>
        </p:spPr>
        <p:txBody>
          <a:bodyPr anchor="b"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866441" y="4777380"/>
            <a:ext cx="5917679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7476937" y="1828799"/>
            <a:ext cx="990599" cy="228659"/>
          </a:xfrm>
        </p:spPr>
        <p:txBody>
          <a:bodyPr/>
          <a:lstStyle>
            <a:lvl1pPr algn="l">
              <a:defRPr b="0" i="0">
                <a:solidFill>
                  <a:schemeClr val="bg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6236210" y="3264407"/>
            <a:ext cx="3859795" cy="228659"/>
          </a:xfrm>
        </p:spPr>
        <p:txBody>
          <a:bodyPr/>
          <a:lstStyle>
            <a:lvl1pPr>
              <a:defRPr b="0" i="0">
                <a:solidFill>
                  <a:schemeClr val="bg1"/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68506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04818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5687606">
              <a:off x="3320102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6200000">
              <a:off x="3105027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9" name="Rectangle 8"/>
            <p:cNvSpPr/>
            <p:nvPr/>
          </p:nvSpPr>
          <p:spPr bwMode="gray"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257588"/>
            <a:ext cx="3101765" cy="3020343"/>
          </a:xfrm>
        </p:spPr>
        <p:txBody>
          <a:bodyPr anchor="ctr"/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19261" y="2257587"/>
            <a:ext cx="3054653" cy="3020343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5" name="Rectangle 14"/>
          <p:cNvSpPr/>
          <p:nvPr/>
        </p:nvSpPr>
        <p:spPr>
          <a:xfrm>
            <a:off x="7738039" y="7605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02946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66440" y="2489199"/>
            <a:ext cx="3636980" cy="353060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0580" y="2489199"/>
            <a:ext cx="3636981" cy="35306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319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0" y="2494298"/>
            <a:ext cx="3636980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6439" y="3253588"/>
            <a:ext cx="3636981" cy="276621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0581" y="2489200"/>
            <a:ext cx="3636979" cy="759290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0581" y="3248490"/>
            <a:ext cx="3636980" cy="277131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478816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7479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44503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2769747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548536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0" y="1447800"/>
            <a:ext cx="2712589" cy="1495588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68927" y="1441182"/>
            <a:ext cx="3632850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0" y="3086845"/>
            <a:ext cx="2712589" cy="2938036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81353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15687606">
              <a:off x="3074559" y="145837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5283673" y="402165"/>
              <a:ext cx="3465769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 rot="16200000">
              <a:off x="2852610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1591" y="1340000"/>
            <a:ext cx="3001938" cy="161619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722909" y="1320800"/>
            <a:ext cx="2791102" cy="42164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51591" y="3086100"/>
            <a:ext cx="3001938" cy="24511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3275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Rectangle 8"/>
            <p:cNvSpPr/>
            <p:nvPr/>
          </p:nvSpPr>
          <p:spPr>
            <a:xfrm>
              <a:off x="421503" y="402165"/>
              <a:ext cx="8327939" cy="314113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8" name="Freeform 5"/>
            <p:cNvSpPr/>
            <p:nvPr/>
          </p:nvSpPr>
          <p:spPr bwMode="gray">
            <a:xfrm rot="10204164">
              <a:off x="426788" y="456424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9"/>
            <p:cNvSpPr/>
            <p:nvPr/>
          </p:nvSpPr>
          <p:spPr bwMode="gray">
            <a:xfrm rot="10800000">
              <a:off x="485023" y="2670079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5" y="4961453"/>
            <a:ext cx="6422002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1" y="685800"/>
            <a:ext cx="6422004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866443" y="5528191"/>
            <a:ext cx="6422003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727604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2780895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>
            <a:xfrm>
              <a:off x="485023" y="4343399"/>
              <a:ext cx="8182128" cy="2112436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9" name="Freeform 8"/>
            <p:cNvSpPr/>
            <p:nvPr/>
          </p:nvSpPr>
          <p:spPr bwMode="gray">
            <a:xfrm>
              <a:off x="485023" y="2854646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9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2004" cy="1692720"/>
          </a:xfrm>
        </p:spPr>
        <p:txBody>
          <a:bodyPr anchor="ctr"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3488023"/>
            <a:ext cx="6422005" cy="2536858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59123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21010068">
              <a:off x="6359946" y="4309201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3" name="Freeform 12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3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12" name="TextBox 11"/>
          <p:cNvSpPr txBox="1"/>
          <p:nvPr/>
        </p:nvSpPr>
        <p:spPr bwMode="gray">
          <a:xfrm>
            <a:off x="7033422" y="2898648"/>
            <a:ext cx="66055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”</a:t>
            </a:r>
          </a:p>
        </p:txBody>
      </p:sp>
      <p:sp>
        <p:nvSpPr>
          <p:cNvPr id="11" name="TextBox 10"/>
          <p:cNvSpPr txBox="1"/>
          <p:nvPr/>
        </p:nvSpPr>
        <p:spPr bwMode="gray">
          <a:xfrm>
            <a:off x="651683" y="589767"/>
            <a:ext cx="6015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accent1"/>
                </a:solidFill>
                <a:latin typeface="Arial"/>
                <a:cs typeface="Arial"/>
              </a:defRPr>
            </a:lvl1pPr>
          </a:lstStyle>
          <a:p>
            <a:pPr lvl="0"/>
            <a:r>
              <a:rPr lang="en-US" sz="8000" dirty="0"/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28058" y="903421"/>
            <a:ext cx="6160385" cy="2895658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387279" y="3809278"/>
            <a:ext cx="5646142" cy="333113"/>
          </a:xfrm>
        </p:spPr>
        <p:txBody>
          <a:bodyPr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/>
                </a:solidFill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0" y="5000815"/>
            <a:ext cx="6422005" cy="1024065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695776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0" name="Rectangle 9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Oval 10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Freeform 5"/>
            <p:cNvSpPr/>
            <p:nvPr/>
          </p:nvSpPr>
          <p:spPr bwMode="gray">
            <a:xfrm rot="21010068">
              <a:off x="6359946" y="431124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7"/>
            <p:cNvSpPr/>
            <p:nvPr/>
          </p:nvSpPr>
          <p:spPr bwMode="gray">
            <a:xfrm>
              <a:off x="485023" y="4381500"/>
              <a:ext cx="8182128" cy="2130508"/>
            </a:xfrm>
            <a:custGeom>
              <a:avLst/>
              <a:gdLst/>
              <a:ahLst/>
              <a:cxnLst/>
              <a:rect l="l" t="t" r="r" b="b"/>
              <a:pathLst>
                <a:path w="10000" h="9621">
                  <a:moveTo>
                    <a:pt x="0" y="0"/>
                  </a:moveTo>
                  <a:lnTo>
                    <a:pt x="0" y="2411"/>
                  </a:lnTo>
                  <a:lnTo>
                    <a:pt x="0" y="9586"/>
                  </a:lnTo>
                  <a:lnTo>
                    <a:pt x="0" y="9621"/>
                  </a:lnTo>
                  <a:lnTo>
                    <a:pt x="10000" y="9585"/>
                  </a:lnTo>
                  <a:cubicBezTo>
                    <a:pt x="9997" y="8144"/>
                    <a:pt x="10003" y="9571"/>
                    <a:pt x="10000" y="9586"/>
                  </a:cubicBezTo>
                  <a:cubicBezTo>
                    <a:pt x="9997" y="7194"/>
                    <a:pt x="9993" y="4803"/>
                    <a:pt x="9990" y="2411"/>
                  </a:cubicBezTo>
                  <a:lnTo>
                    <a:pt x="9990" y="0"/>
                  </a:lnTo>
                  <a:lnTo>
                    <a:pt x="9990" y="0"/>
                  </a:lnTo>
                  <a:lnTo>
                    <a:pt x="9534" y="253"/>
                  </a:lnTo>
                  <a:lnTo>
                    <a:pt x="9084" y="477"/>
                  </a:lnTo>
                  <a:lnTo>
                    <a:pt x="8628" y="669"/>
                  </a:lnTo>
                  <a:lnTo>
                    <a:pt x="8177" y="847"/>
                  </a:lnTo>
                  <a:lnTo>
                    <a:pt x="7726" y="984"/>
                  </a:lnTo>
                  <a:lnTo>
                    <a:pt x="7279" y="1087"/>
                  </a:lnTo>
                  <a:lnTo>
                    <a:pt x="6832" y="1176"/>
                  </a:lnTo>
                  <a:lnTo>
                    <a:pt x="6393" y="1236"/>
                  </a:lnTo>
                  <a:lnTo>
                    <a:pt x="5962" y="1279"/>
                  </a:lnTo>
                  <a:lnTo>
                    <a:pt x="5534" y="1294"/>
                  </a:lnTo>
                  <a:lnTo>
                    <a:pt x="5120" y="1294"/>
                  </a:lnTo>
                  <a:lnTo>
                    <a:pt x="4709" y="1294"/>
                  </a:lnTo>
                  <a:lnTo>
                    <a:pt x="4311" y="1266"/>
                  </a:lnTo>
                  <a:lnTo>
                    <a:pt x="3923" y="1221"/>
                  </a:lnTo>
                  <a:lnTo>
                    <a:pt x="3548" y="1161"/>
                  </a:lnTo>
                  <a:lnTo>
                    <a:pt x="3187" y="1101"/>
                  </a:lnTo>
                  <a:lnTo>
                    <a:pt x="2840" y="1026"/>
                  </a:lnTo>
                  <a:lnTo>
                    <a:pt x="2505" y="954"/>
                  </a:lnTo>
                  <a:lnTo>
                    <a:pt x="2192" y="865"/>
                  </a:lnTo>
                  <a:lnTo>
                    <a:pt x="1889" y="775"/>
                  </a:lnTo>
                  <a:lnTo>
                    <a:pt x="1346" y="579"/>
                  </a:lnTo>
                  <a:lnTo>
                    <a:pt x="882" y="400"/>
                  </a:lnTo>
                  <a:lnTo>
                    <a:pt x="511" y="253"/>
                  </a:lnTo>
                  <a:lnTo>
                    <a:pt x="234" y="118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7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2057400"/>
            <a:ext cx="6422004" cy="2095500"/>
          </a:xfrm>
        </p:spPr>
        <p:txBody>
          <a:bodyPr anchor="b"/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5024908"/>
            <a:ext cx="6422004" cy="994891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none">
                <a:solidFill>
                  <a:schemeClr val="accent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57168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2305"/>
            <a:ext cx="6423592" cy="71466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2313433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5"/>
          </p:nvPr>
        </p:nvSpPr>
        <p:spPr>
          <a:xfrm>
            <a:off x="866440" y="3147165"/>
            <a:ext cx="2313432" cy="2877714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8472" y="2489200"/>
            <a:ext cx="232675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6"/>
          </p:nvPr>
        </p:nvSpPr>
        <p:spPr>
          <a:xfrm>
            <a:off x="3408472" y="3147165"/>
            <a:ext cx="2326749" cy="2869878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0" y="2489201"/>
            <a:ext cx="231374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63821" y="3147164"/>
            <a:ext cx="2313740" cy="2888366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294530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3099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927101"/>
            <a:ext cx="6423592" cy="709864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1461" y="4180095"/>
            <a:ext cx="229904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012743" y="2486221"/>
            <a:ext cx="2021456" cy="1450321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21"/>
          </p:nvPr>
        </p:nvSpPr>
        <p:spPr>
          <a:xfrm>
            <a:off x="881461" y="4837558"/>
            <a:ext cx="2298410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04318" y="4179596"/>
            <a:ext cx="2317790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16"/>
          </p:nvPr>
        </p:nvSpPr>
        <p:spPr>
          <a:xfrm>
            <a:off x="3550622" y="2509453"/>
            <a:ext cx="2025182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404318" y="4837558"/>
            <a:ext cx="2330903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63821" y="4179595"/>
            <a:ext cx="2299492" cy="657962"/>
          </a:xfrm>
        </p:spPr>
        <p:txBody>
          <a:bodyPr anchor="b">
            <a:noAutofit/>
          </a:bodyPr>
          <a:lstStyle>
            <a:lvl1pPr marL="0" indent="0">
              <a:buNone/>
              <a:defRPr sz="20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17"/>
          </p:nvPr>
        </p:nvSpPr>
        <p:spPr>
          <a:xfrm>
            <a:off x="6104946" y="2509453"/>
            <a:ext cx="2018839" cy="1427089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63821" y="4837558"/>
            <a:ext cx="2299492" cy="1187321"/>
          </a:xfrm>
        </p:spPr>
        <p:txBody>
          <a:bodyPr anchor="t"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21" name="Straight Connector 20"/>
          <p:cNvCxnSpPr/>
          <p:nvPr/>
        </p:nvCxnSpPr>
        <p:spPr>
          <a:xfrm>
            <a:off x="3290019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/>
          <p:cNvCxnSpPr/>
          <p:nvPr/>
        </p:nvCxnSpPr>
        <p:spPr>
          <a:xfrm>
            <a:off x="5849521" y="2489201"/>
            <a:ext cx="0" cy="3546328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06650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543503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Oval 11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/>
            <p:nvPr/>
          </p:nvSpPr>
          <p:spPr bwMode="gray">
            <a:xfrm rot="4966650">
              <a:off x="4673046" y="5107506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9" name="Freeform 8"/>
            <p:cNvSpPr/>
            <p:nvPr/>
          </p:nvSpPr>
          <p:spPr bwMode="gray">
            <a:xfrm rot="5400000">
              <a:off x="1299309" y="1765596"/>
              <a:ext cx="5995993" cy="3326809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8" name="Rectangle 7"/>
            <p:cNvSpPr/>
            <p:nvPr/>
          </p:nvSpPr>
          <p:spPr bwMode="gray">
            <a:xfrm>
              <a:off x="414867" y="402165"/>
              <a:ext cx="46105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168970" y="1447799"/>
            <a:ext cx="1077347" cy="4571999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66440" y="1447799"/>
            <a:ext cx="4417234" cy="4572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766428" y="295730"/>
            <a:ext cx="628813" cy="767687"/>
          </a:xfrm>
          <a:prstGeom prst="rect">
            <a:avLst/>
          </a:prstGeo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11029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0"/>
            <a:ext cx="9144000" cy="6860799"/>
            <a:chOff x="0" y="0"/>
            <a:chExt cx="9144000" cy="6860799"/>
          </a:xfrm>
        </p:grpSpPr>
        <p:sp>
          <p:nvSpPr>
            <p:cNvPr id="25" name="Rectangle 24"/>
            <p:cNvSpPr/>
            <p:nvPr/>
          </p:nvSpPr>
          <p:spPr>
            <a:xfrm>
              <a:off x="0" y="0"/>
              <a:ext cx="9118832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2000"/>
                    <a:hueMod val="108000"/>
                    <a:satMod val="164000"/>
                    <a:lumMod val="69000"/>
                  </a:schemeClr>
                  <a:schemeClr val="dk2">
                    <a:tint val="96000"/>
                    <a:hueMod val="90000"/>
                    <a:satMod val="130000"/>
                    <a:lumMod val="134000"/>
                  </a:schemeClr>
                </a:duotone>
              </a:blip>
              <a:srcRect/>
              <a:stretch>
                <a:fillRect l="-16713" r="-16989"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629943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5689832" y="0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73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6299432" y="5870199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bg2">
                    <a:lumMod val="40000"/>
                    <a:lumOff val="60000"/>
                    <a:alpha val="14000"/>
                  </a:schemeClr>
                </a:gs>
                <a:gs pos="66000">
                  <a:schemeClr val="bg2">
                    <a:lumMod val="40000"/>
                    <a:lumOff val="60000"/>
                    <a:alpha val="0"/>
                  </a:schemeClr>
                </a:gs>
                <a:gs pos="36000">
                  <a:schemeClr val="bg2">
                    <a:lumMod val="40000"/>
                    <a:lumOff val="60000"/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6359946" y="1790293"/>
              <a:ext cx="2377690" cy="317748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18"/>
            <p:cNvSpPr/>
            <p:nvPr/>
          </p:nvSpPr>
          <p:spPr bwMode="gray">
            <a:xfrm>
              <a:off x="485023" y="1856450"/>
              <a:ext cx="8173954" cy="4535226"/>
            </a:xfrm>
            <a:custGeom>
              <a:avLst/>
              <a:gdLst/>
              <a:ahLst/>
              <a:cxnLst/>
              <a:rect l="0" t="0" r="r" b="b"/>
              <a:pathLst>
                <a:path w="4960" h="2752">
                  <a:moveTo>
                    <a:pt x="0" y="0"/>
                  </a:moveTo>
                  <a:lnTo>
                    <a:pt x="0" y="324"/>
                  </a:lnTo>
                  <a:lnTo>
                    <a:pt x="0" y="1992"/>
                  </a:lnTo>
                  <a:lnTo>
                    <a:pt x="0" y="2752"/>
                  </a:lnTo>
                  <a:lnTo>
                    <a:pt x="4960" y="2752"/>
                  </a:lnTo>
                  <a:lnTo>
                    <a:pt x="4960" y="1992"/>
                  </a:lnTo>
                  <a:lnTo>
                    <a:pt x="4960" y="324"/>
                  </a:lnTo>
                  <a:lnTo>
                    <a:pt x="4960" y="0"/>
                  </a:lnTo>
                  <a:lnTo>
                    <a:pt x="4960" y="0"/>
                  </a:lnTo>
                  <a:lnTo>
                    <a:pt x="4734" y="34"/>
                  </a:lnTo>
                  <a:lnTo>
                    <a:pt x="4510" y="64"/>
                  </a:lnTo>
                  <a:lnTo>
                    <a:pt x="4284" y="90"/>
                  </a:lnTo>
                  <a:lnTo>
                    <a:pt x="4060" y="114"/>
                  </a:lnTo>
                  <a:lnTo>
                    <a:pt x="3836" y="132"/>
                  </a:lnTo>
                  <a:lnTo>
                    <a:pt x="3614" y="146"/>
                  </a:lnTo>
                  <a:lnTo>
                    <a:pt x="3392" y="158"/>
                  </a:lnTo>
                  <a:lnTo>
                    <a:pt x="3174" y="166"/>
                  </a:lnTo>
                  <a:lnTo>
                    <a:pt x="2960" y="172"/>
                  </a:lnTo>
                  <a:lnTo>
                    <a:pt x="2748" y="174"/>
                  </a:lnTo>
                  <a:lnTo>
                    <a:pt x="2542" y="174"/>
                  </a:lnTo>
                  <a:lnTo>
                    <a:pt x="2338" y="174"/>
                  </a:lnTo>
                  <a:lnTo>
                    <a:pt x="2140" y="170"/>
                  </a:lnTo>
                  <a:lnTo>
                    <a:pt x="1948" y="164"/>
                  </a:lnTo>
                  <a:lnTo>
                    <a:pt x="1762" y="156"/>
                  </a:lnTo>
                  <a:lnTo>
                    <a:pt x="1582" y="148"/>
                  </a:lnTo>
                  <a:lnTo>
                    <a:pt x="1410" y="138"/>
                  </a:lnTo>
                  <a:lnTo>
                    <a:pt x="1244" y="128"/>
                  </a:lnTo>
                  <a:lnTo>
                    <a:pt x="1088" y="116"/>
                  </a:lnTo>
                  <a:lnTo>
                    <a:pt x="938" y="104"/>
                  </a:lnTo>
                  <a:lnTo>
                    <a:pt x="668" y="78"/>
                  </a:lnTo>
                  <a:lnTo>
                    <a:pt x="438" y="54"/>
                  </a:lnTo>
                  <a:lnTo>
                    <a:pt x="254" y="34"/>
                  </a:lnTo>
                  <a:lnTo>
                    <a:pt x="116" y="1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20" name="Freeform 5"/>
            <p:cNvSpPr>
              <a:spLocks noEditPoints="1"/>
            </p:cNvSpPr>
            <p:nvPr/>
          </p:nvSpPr>
          <p:spPr bwMode="gray">
            <a:xfrm>
              <a:off x="0" y="0"/>
              <a:ext cx="9144000" cy="6858000"/>
            </a:xfrm>
            <a:custGeom>
              <a:avLst/>
              <a:gdLst/>
              <a:ahLst/>
              <a:cxnLst/>
              <a:rect l="0" t="0" r="r" b="b"/>
              <a:pathLst>
                <a:path w="5760" h="4320">
                  <a:moveTo>
                    <a:pt x="0" y="0"/>
                  </a:moveTo>
                  <a:lnTo>
                    <a:pt x="0" y="4320"/>
                  </a:lnTo>
                  <a:lnTo>
                    <a:pt x="5760" y="4320"/>
                  </a:lnTo>
                  <a:lnTo>
                    <a:pt x="5760" y="0"/>
                  </a:lnTo>
                  <a:lnTo>
                    <a:pt x="0" y="0"/>
                  </a:lnTo>
                  <a:close/>
                  <a:moveTo>
                    <a:pt x="5444" y="4004"/>
                  </a:moveTo>
                  <a:lnTo>
                    <a:pt x="324" y="4004"/>
                  </a:lnTo>
                  <a:lnTo>
                    <a:pt x="324" y="324"/>
                  </a:lnTo>
                  <a:lnTo>
                    <a:pt x="5444" y="324"/>
                  </a:lnTo>
                  <a:lnTo>
                    <a:pt x="5444" y="400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866440" y="927099"/>
            <a:ext cx="6343202" cy="709865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1" y="2489200"/>
            <a:ext cx="6343201" cy="35306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39638" y="6365499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900" b="1" i="0">
                <a:solidFill>
                  <a:schemeClr val="accent1"/>
                </a:solidFill>
                <a:latin typeface="+mn-lt"/>
              </a:defRPr>
            </a:lvl1pPr>
          </a:lstStyle>
          <a:p>
            <a:fld id="{5BCAD085-E8A6-8845-BD4E-CB4CCA059FC4}" type="datetimeFigureOut">
              <a:rPr lang="en-US" smtClean="0"/>
              <a:t>7/5/2025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90843" y="6365498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9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Rectangle 21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30" name="Slide Number Placeholder 5"/>
          <p:cNvSpPr>
            <a:spLocks noGrp="1"/>
          </p:cNvSpPr>
          <p:nvPr>
            <p:ph type="sldNum" sz="quarter" idx="4"/>
          </p:nvPr>
        </p:nvSpPr>
        <p:spPr bwMode="auto">
          <a:xfrm>
            <a:off x="7678616" y="295730"/>
            <a:ext cx="791308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60806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8" r:id="rId1"/>
    <p:sldLayoutId id="2147483819" r:id="rId2"/>
    <p:sldLayoutId id="2147483820" r:id="rId3"/>
    <p:sldLayoutId id="2147483821" r:id="rId4"/>
    <p:sldLayoutId id="2147483822" r:id="rId5"/>
    <p:sldLayoutId id="2147483823" r:id="rId6"/>
    <p:sldLayoutId id="2147483824" r:id="rId7"/>
    <p:sldLayoutId id="2147483825" r:id="rId8"/>
    <p:sldLayoutId id="2147483826" r:id="rId9"/>
    <p:sldLayoutId id="2147483827" r:id="rId10"/>
    <p:sldLayoutId id="2147483828" r:id="rId11"/>
    <p:sldLayoutId id="2147483829" r:id="rId12"/>
    <p:sldLayoutId id="2147483830" r:id="rId13"/>
    <p:sldLayoutId id="2147483831" r:id="rId14"/>
    <p:sldLayoutId id="2147483832" r:id="rId15"/>
    <p:sldLayoutId id="2147483833" r:id="rId16"/>
    <p:sldLayoutId id="2147483834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2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685800" indent="-283464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96012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3444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0876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0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25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4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Supermarket Sales Tracker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8209" y="4931926"/>
            <a:ext cx="2907070" cy="861420"/>
          </a:xfrm>
        </p:spPr>
        <p:txBody>
          <a:bodyPr>
            <a:normAutofit/>
          </a:bodyPr>
          <a:lstStyle/>
          <a:p>
            <a:r>
              <a:rPr lang="en-US" dirty="0"/>
              <a:t>P</a:t>
            </a:r>
            <a:r>
              <a:rPr dirty="0"/>
              <a:t>roject</a:t>
            </a:r>
          </a:p>
          <a:p>
            <a:r>
              <a:rPr dirty="0"/>
              <a:t>By Angad Singh Maan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project is a Python-based Supermarket Sales Tracker.</a:t>
            </a:r>
          </a:p>
          <a:p>
            <a:r>
              <a:t>It helps manage inventory, handle sales, and generate customer bills.</a:t>
            </a:r>
          </a:p>
          <a:p>
            <a:r>
              <a:t>Built using Python functions, file handling, and dictionaries.</a:t>
            </a:r>
          </a:p>
        </p:txBody>
      </p:sp>
    </p:spTree>
  </p:cSld>
  <p:clrMapOvr>
    <a:masterClrMapping/>
  </p:clrMapOvr>
  <p:transition spd="slow">
    <p:push dir="u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Problem Statement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Manual billing and sales tracking can be time-consuming and error-prone.</a:t>
            </a:r>
          </a:p>
          <a:p>
            <a:r>
              <a:t>Small stores need a simple software to manage daily sales efficiently.</a:t>
            </a:r>
          </a:p>
          <a:p>
            <a:r>
              <a:t>This project solves that by automating inventory and billing.</a:t>
            </a:r>
          </a:p>
        </p:txBody>
      </p:sp>
    </p:spTree>
  </p:cSld>
  <p:clrMapOvr>
    <a:masterClrMapping/>
  </p:clrMapOvr>
  <p:transition spd="slow">
    <p:push dir="u"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Key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 </a:t>
            </a:r>
            <a:r>
              <a:rPr dirty="0"/>
              <a:t>View available inventory</a:t>
            </a:r>
          </a:p>
          <a:p>
            <a:r>
              <a:rPr dirty="0"/>
              <a:t> Add items to cart</a:t>
            </a:r>
          </a:p>
          <a:p>
            <a:r>
              <a:rPr dirty="0"/>
              <a:t> Generate bill with total amount</a:t>
            </a:r>
          </a:p>
          <a:p>
            <a:r>
              <a:rPr dirty="0"/>
              <a:t> Update stock in real-time</a:t>
            </a:r>
          </a:p>
          <a:p>
            <a:r>
              <a:rPr dirty="0"/>
              <a:t> Save sales history with timestamp</a:t>
            </a:r>
          </a:p>
        </p:txBody>
      </p:sp>
    </p:spTree>
  </p:cSld>
  <p:clrMapOvr>
    <a:masterClrMapping/>
  </p:clrMapOvr>
  <p:transition spd="slow">
    <p:push dir="u"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Python 3</a:t>
            </a:r>
          </a:p>
          <a:p>
            <a:r>
              <a:rPr dirty="0"/>
              <a:t> Functions</a:t>
            </a:r>
          </a:p>
          <a:p>
            <a:r>
              <a:rPr dirty="0"/>
              <a:t> Dictionaries and Lists</a:t>
            </a:r>
          </a:p>
          <a:p>
            <a:r>
              <a:rPr dirty="0"/>
              <a:t> File handling (read/write)</a:t>
            </a:r>
          </a:p>
          <a:p>
            <a:r>
              <a:rPr dirty="0"/>
              <a:t> Basic control structures</a:t>
            </a:r>
          </a:p>
        </p:txBody>
      </p:sp>
    </p:spTree>
  </p:cSld>
  <p:clrMapOvr>
    <a:masterClrMapping/>
  </p:clrMapOvr>
  <p:transition spd="slow">
    <p:push dir="u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Code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Inventory is stored as a dictionary.</a:t>
            </a:r>
          </a:p>
          <a:p>
            <a:r>
              <a:t>2. User selects options from a menu.</a:t>
            </a:r>
          </a:p>
          <a:p>
            <a:r>
              <a:t>3. Cart is built dynamically based on user input.</a:t>
            </a:r>
          </a:p>
          <a:p>
            <a:r>
              <a:t>4. Bill is calculated using quantities and prices.</a:t>
            </a:r>
          </a:p>
          <a:p>
            <a:r>
              <a:t>5. Each sale is logged into 'sales_history.txt'.</a:t>
            </a:r>
          </a:p>
        </p:txBody>
      </p:sp>
    </p:spTree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Sample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Inventory:</a:t>
            </a:r>
          </a:p>
          <a:p>
            <a:r>
              <a:t>  Apple - ₹10 - 50 in stock</a:t>
            </a:r>
          </a:p>
          <a:p>
            <a:r>
              <a:t>Cart Example:</a:t>
            </a:r>
          </a:p>
          <a:p>
            <a:r>
              <a:t>  Apple x 3 = ₹30</a:t>
            </a:r>
          </a:p>
          <a:p>
            <a:r>
              <a:t>Generated Bill:</a:t>
            </a:r>
          </a:p>
          <a:p>
            <a:r>
              <a:t>  Total Amount = ₹30</a:t>
            </a:r>
          </a:p>
        </p:txBody>
      </p:sp>
    </p:spTree>
  </p:cSld>
  <p:clrMapOvr>
    <a:masterClrMapping/>
  </p:clrMapOvr>
  <p:transition spd="slow">
    <p:push dir="u"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I Learned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 How to create and use functions</a:t>
            </a:r>
          </a:p>
          <a:p>
            <a:r>
              <a:rPr dirty="0"/>
              <a:t> How to use dictionaries for real-world data</a:t>
            </a:r>
          </a:p>
          <a:p>
            <a:r>
              <a:rPr dirty="0"/>
              <a:t> How to read/write files in Python</a:t>
            </a:r>
          </a:p>
          <a:p>
            <a:r>
              <a:rPr dirty="0"/>
              <a:t> Handling user input and data processing</a:t>
            </a:r>
          </a:p>
          <a:p>
            <a:r>
              <a:rPr dirty="0"/>
              <a:t> Organizing a project and writing clean code</a:t>
            </a:r>
          </a:p>
        </p:txBody>
      </p:sp>
    </p:spTree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33340" y="2691683"/>
            <a:ext cx="5742468" cy="2047742"/>
          </a:xfrm>
        </p:spPr>
        <p:txBody>
          <a:bodyPr/>
          <a:lstStyle/>
          <a:p>
            <a:r>
              <a:rPr sz="9600" dirty="0">
                <a:solidFill>
                  <a:srgbClr val="ACD433"/>
                </a:solidFill>
              </a:rPr>
              <a:t>Thank</a:t>
            </a:r>
            <a:r>
              <a:rPr sz="9600" dirty="0">
                <a:solidFill>
                  <a:srgbClr val="2D7E9F"/>
                </a:solidFill>
              </a:rPr>
              <a:t> </a:t>
            </a:r>
            <a:r>
              <a:rPr sz="9600" dirty="0">
                <a:solidFill>
                  <a:srgbClr val="ACD433"/>
                </a:solidFill>
              </a:rPr>
              <a:t>You</a:t>
            </a:r>
          </a:p>
        </p:txBody>
      </p:sp>
    </p:spTree>
  </p:cSld>
  <p:clrMapOvr>
    <a:masterClrMapping/>
  </p:clrMapOvr>
  <p:transition spd="slow">
    <p:push dir="u"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0E5580"/>
      </a:dk2>
      <a:lt2>
        <a:srgbClr val="EBEBEB"/>
      </a:lt2>
      <a:accent1>
        <a:srgbClr val="ACD433"/>
      </a:accent1>
      <a:accent2>
        <a:srgbClr val="E6C133"/>
      </a:accent2>
      <a:accent3>
        <a:srgbClr val="EF7A24"/>
      </a:accent3>
      <a:accent4>
        <a:srgbClr val="5AA0F5"/>
      </a:accent4>
      <a:accent5>
        <a:srgbClr val="75CEEC"/>
      </a:accent5>
      <a:accent6>
        <a:srgbClr val="65D6A0"/>
      </a:accent6>
      <a:hlink>
        <a:srgbClr val="C4E46E"/>
      </a:hlink>
      <a:folHlink>
        <a:srgbClr val="BDE0FB"/>
      </a:folHlink>
    </a:clrScheme>
    <a:fontScheme name="Franklin Gothic">
      <a:majorFont>
        <a:latin typeface="Franklin Gothic Medium" panose="020B0603020102020204"/>
        <a:ea typeface=""/>
        <a:cs typeface=""/>
        <a:font script="Jpan" typeface="HG創英角ｺﾞｼｯｸUB"/>
        <a:font script="Hang" typeface="돋움"/>
        <a:font script="Hans" typeface="隶书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HGｺﾞｼｯｸE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2000"/>
                <a:hueMod val="96000"/>
                <a:satMod val="128000"/>
                <a:lumMod val="114000"/>
              </a:schemeClr>
            </a:gs>
            <a:gs pos="100000">
              <a:schemeClr val="phClr">
                <a:tint val="100000"/>
                <a:shade val="62000"/>
                <a:hueMod val="100000"/>
                <a:satMod val="13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2000"/>
                <a:hueMod val="108000"/>
                <a:satMod val="164000"/>
                <a:lumMod val="69000"/>
              </a:schemeClr>
              <a:schemeClr val="phClr">
                <a:tint val="96000"/>
                <a:hueMod val="90000"/>
                <a:satMod val="130000"/>
                <a:lumMod val="134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A3AB87EF-B655-4FFF-8D05-F333AD7F2789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11</TotalTime>
  <Words>260</Words>
  <Application>Microsoft Office PowerPoint</Application>
  <PresentationFormat>On-screen Show (4:3)</PresentationFormat>
  <Paragraphs>43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Franklin Gothic Book</vt:lpstr>
      <vt:lpstr>Franklin Gothic Medium</vt:lpstr>
      <vt:lpstr>Wingdings 3</vt:lpstr>
      <vt:lpstr>Ion Boardroom</vt:lpstr>
      <vt:lpstr>Supermarket Sales Tracker</vt:lpstr>
      <vt:lpstr>Project Introduction</vt:lpstr>
      <vt:lpstr>Problem Statement</vt:lpstr>
      <vt:lpstr>Key Features</vt:lpstr>
      <vt:lpstr>Technologies Used</vt:lpstr>
      <vt:lpstr>Code Overview</vt:lpstr>
      <vt:lpstr>Sample Output</vt:lpstr>
      <vt:lpstr>What I Learned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Angad Singh Maan</cp:lastModifiedBy>
  <cp:revision>2</cp:revision>
  <dcterms:created xsi:type="dcterms:W3CDTF">2013-01-27T09:14:16Z</dcterms:created>
  <dcterms:modified xsi:type="dcterms:W3CDTF">2025-07-05T15:35:19Z</dcterms:modified>
  <cp:category/>
</cp:coreProperties>
</file>